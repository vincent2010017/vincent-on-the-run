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e6b60fb-273f-c807-7a93-9fb49919f991}">
          <p14:sldIdLst>
            <p14:sldId id="256"/>
          </p14:sldIdLst>
        </p14:section>
        <p14:section name="Einführung" id="{1888a34d-89b5-a38d-edd5-a72df5590bb9}">
          <p14:sldIdLst>
            <p14:sldId id="257"/>
            <p14:sldId id="258"/>
            <p14:sldId id="259"/>
          </p14:sldIdLst>
        </p14:section>
        <p14:section name="Umsetzung" id="{46f3f586-5e66-5c99-2665-c12a0c9f8468}">
          <p14:sldIdLst>
            <p14:sldId id="260"/>
            <p14:sldId id="261"/>
            <p14:sldId id="262"/>
            <p14:sldId id="263"/>
          </p14:sldIdLst>
        </p14:section>
        <p14:section name="Ende" id="{dc489a6d-6597-6e6d-2963-2b960b37200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Begrüßung: Ich habe mein BOGY-Praktikum bei Monkeys in Town gemacht und dort ein eigenes 2D-Spiel mit Godot programmiert.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Vincent Brandstäter · BOGY-Praktikum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 START ▶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Godot 2D Platformer Game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BOGY-Praktikum bei Monkeys in Town d.o.o.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Vincent Brandstäter</a:t>
            </a:r>
            <a:endParaRPr lang="en-US" sz="1800" dirty="0"/>
          </a:p>
        </p:txBody>
      </p:sp>
      <p:sp>
        <p:nvSpPr>
          <p:cNvPr id="5" name="stern-0"/>
          <p:cNvSpPr/>
          <p:nvPr/>
        </p:nvSpPr>
        <p:spPr>
          <a:xfrm>
            <a:off x="5852160" y="45720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tern-1"/>
          <p:cNvSpPr/>
          <p:nvPr/>
        </p:nvSpPr>
        <p:spPr>
          <a:xfrm>
            <a:off x="6675120" y="82296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ern-2"/>
          <p:cNvSpPr/>
          <p:nvPr/>
        </p:nvSpPr>
        <p:spPr>
          <a:xfrm>
            <a:off x="7863840" y="36576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ern-3"/>
          <p:cNvSpPr/>
          <p:nvPr/>
        </p:nvSpPr>
        <p:spPr>
          <a:xfrm>
            <a:off x="8503920" y="118872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rn-4"/>
          <p:cNvSpPr/>
          <p:nvPr/>
        </p:nvSpPr>
        <p:spPr>
          <a:xfrm>
            <a:off x="6309360" y="155448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rn-5"/>
          <p:cNvSpPr/>
          <p:nvPr/>
        </p:nvSpPr>
        <p:spPr>
          <a:xfrm>
            <a:off x="7406640" y="128016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gras-0"/>
          <p:cNvSpPr/>
          <p:nvPr/>
        </p:nvSpPr>
        <p:spPr>
          <a:xfrm>
            <a:off x="576072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erde-0"/>
          <p:cNvSpPr/>
          <p:nvPr/>
        </p:nvSpPr>
        <p:spPr>
          <a:xfrm>
            <a:off x="576072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gras-1"/>
          <p:cNvSpPr/>
          <p:nvPr/>
        </p:nvSpPr>
        <p:spPr>
          <a:xfrm>
            <a:off x="630936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erde-1"/>
          <p:cNvSpPr/>
          <p:nvPr/>
        </p:nvSpPr>
        <p:spPr>
          <a:xfrm>
            <a:off x="630936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gras-2"/>
          <p:cNvSpPr/>
          <p:nvPr/>
        </p:nvSpPr>
        <p:spPr>
          <a:xfrm>
            <a:off x="685800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erde-2"/>
          <p:cNvSpPr/>
          <p:nvPr/>
        </p:nvSpPr>
        <p:spPr>
          <a:xfrm>
            <a:off x="685800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gras-3"/>
          <p:cNvSpPr/>
          <p:nvPr/>
        </p:nvSpPr>
        <p:spPr>
          <a:xfrm>
            <a:off x="740664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erde-3"/>
          <p:cNvSpPr/>
          <p:nvPr/>
        </p:nvSpPr>
        <p:spPr>
          <a:xfrm>
            <a:off x="740664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gras-4"/>
          <p:cNvSpPr/>
          <p:nvPr/>
        </p:nvSpPr>
        <p:spPr>
          <a:xfrm>
            <a:off x="795528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erde-4"/>
          <p:cNvSpPr/>
          <p:nvPr/>
        </p:nvSpPr>
        <p:spPr>
          <a:xfrm>
            <a:off x="795528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gras-5"/>
          <p:cNvSpPr/>
          <p:nvPr/>
        </p:nvSpPr>
        <p:spPr>
          <a:xfrm>
            <a:off x="850392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erde-5"/>
          <p:cNvSpPr/>
          <p:nvPr/>
        </p:nvSpPr>
        <p:spPr>
          <a:xfrm>
            <a:off x="850392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block-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block-1"/>
          <p:cNvSpPr/>
          <p:nvPr/>
        </p:nvSpPr>
        <p:spPr>
          <a:xfrm>
            <a:off x="7498080" y="2468880"/>
            <a:ext cx="36576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block-2"/>
          <p:cNvSpPr/>
          <p:nvPr/>
        </p:nvSpPr>
        <p:spPr>
          <a:xfrm>
            <a:off x="7863840" y="2468880"/>
            <a:ext cx="36576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muenze1-0-1"/>
          <p:cNvSpPr/>
          <p:nvPr/>
        </p:nvSpPr>
        <p:spPr>
          <a:xfrm>
            <a:off x="7333488" y="2011680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muenze1-0-2"/>
          <p:cNvSpPr/>
          <p:nvPr/>
        </p:nvSpPr>
        <p:spPr>
          <a:xfrm>
            <a:off x="7397496" y="2011680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muenze1-1-0"/>
          <p:cNvSpPr/>
          <p:nvPr/>
        </p:nvSpPr>
        <p:spPr>
          <a:xfrm>
            <a:off x="7269480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muenze1-1-1"/>
          <p:cNvSpPr/>
          <p:nvPr/>
        </p:nvSpPr>
        <p:spPr>
          <a:xfrm>
            <a:off x="7333488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muenze1-1-2"/>
          <p:cNvSpPr/>
          <p:nvPr/>
        </p:nvSpPr>
        <p:spPr>
          <a:xfrm>
            <a:off x="7397496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muenze1-1-3"/>
          <p:cNvSpPr/>
          <p:nvPr/>
        </p:nvSpPr>
        <p:spPr>
          <a:xfrm>
            <a:off x="7461504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muenze1-2-0"/>
          <p:cNvSpPr/>
          <p:nvPr/>
        </p:nvSpPr>
        <p:spPr>
          <a:xfrm>
            <a:off x="7269480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muenze1-2-1"/>
          <p:cNvSpPr/>
          <p:nvPr/>
        </p:nvSpPr>
        <p:spPr>
          <a:xfrm>
            <a:off x="7333488" y="2139696"/>
            <a:ext cx="64008" cy="6400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muenze1-2-2"/>
          <p:cNvSpPr/>
          <p:nvPr/>
        </p:nvSpPr>
        <p:spPr>
          <a:xfrm>
            <a:off x="7397496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muenze1-2-3"/>
          <p:cNvSpPr/>
          <p:nvPr/>
        </p:nvSpPr>
        <p:spPr>
          <a:xfrm>
            <a:off x="7461504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muenze1-3-1"/>
          <p:cNvSpPr/>
          <p:nvPr/>
        </p:nvSpPr>
        <p:spPr>
          <a:xfrm>
            <a:off x="7333488" y="2203704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muenze1-3-2"/>
          <p:cNvSpPr/>
          <p:nvPr/>
        </p:nvSpPr>
        <p:spPr>
          <a:xfrm>
            <a:off x="7397496" y="2203704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muenze2-0-1"/>
          <p:cNvSpPr/>
          <p:nvPr/>
        </p:nvSpPr>
        <p:spPr>
          <a:xfrm>
            <a:off x="7699248" y="2011680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muenze2-0-2"/>
          <p:cNvSpPr/>
          <p:nvPr/>
        </p:nvSpPr>
        <p:spPr>
          <a:xfrm>
            <a:off x="7763256" y="2011680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muenze2-1-0"/>
          <p:cNvSpPr/>
          <p:nvPr/>
        </p:nvSpPr>
        <p:spPr>
          <a:xfrm>
            <a:off x="7635240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muenze2-1-1"/>
          <p:cNvSpPr/>
          <p:nvPr/>
        </p:nvSpPr>
        <p:spPr>
          <a:xfrm>
            <a:off x="7699248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muenze2-1-2"/>
          <p:cNvSpPr/>
          <p:nvPr/>
        </p:nvSpPr>
        <p:spPr>
          <a:xfrm>
            <a:off x="7763256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muenze2-1-3"/>
          <p:cNvSpPr/>
          <p:nvPr/>
        </p:nvSpPr>
        <p:spPr>
          <a:xfrm>
            <a:off x="7827264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muenze2-2-0"/>
          <p:cNvSpPr/>
          <p:nvPr/>
        </p:nvSpPr>
        <p:spPr>
          <a:xfrm>
            <a:off x="7635240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muenze2-2-1"/>
          <p:cNvSpPr/>
          <p:nvPr/>
        </p:nvSpPr>
        <p:spPr>
          <a:xfrm>
            <a:off x="7699248" y="2139696"/>
            <a:ext cx="64008" cy="6400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6" name="muenze2-2-2"/>
          <p:cNvSpPr/>
          <p:nvPr/>
        </p:nvSpPr>
        <p:spPr>
          <a:xfrm>
            <a:off x="7763256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muenze2-2-3"/>
          <p:cNvSpPr/>
          <p:nvPr/>
        </p:nvSpPr>
        <p:spPr>
          <a:xfrm>
            <a:off x="7827264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8" name="muenze2-3-1"/>
          <p:cNvSpPr/>
          <p:nvPr/>
        </p:nvSpPr>
        <p:spPr>
          <a:xfrm>
            <a:off x="7699248" y="2203704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9" name="muenze2-3-2"/>
          <p:cNvSpPr/>
          <p:nvPr/>
        </p:nvSpPr>
        <p:spPr>
          <a:xfrm>
            <a:off x="7763256" y="2203704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muenze3-0-1"/>
          <p:cNvSpPr/>
          <p:nvPr/>
        </p:nvSpPr>
        <p:spPr>
          <a:xfrm>
            <a:off x="8065008" y="2011680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1" name="muenze3-0-2"/>
          <p:cNvSpPr/>
          <p:nvPr/>
        </p:nvSpPr>
        <p:spPr>
          <a:xfrm>
            <a:off x="8129016" y="2011680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muenze3-1-0"/>
          <p:cNvSpPr/>
          <p:nvPr/>
        </p:nvSpPr>
        <p:spPr>
          <a:xfrm>
            <a:off x="8001000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3" name="muenze3-1-1"/>
          <p:cNvSpPr/>
          <p:nvPr/>
        </p:nvSpPr>
        <p:spPr>
          <a:xfrm>
            <a:off x="8065008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4" name="muenze3-1-2"/>
          <p:cNvSpPr/>
          <p:nvPr/>
        </p:nvSpPr>
        <p:spPr>
          <a:xfrm>
            <a:off x="8129016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muenze3-1-3"/>
          <p:cNvSpPr/>
          <p:nvPr/>
        </p:nvSpPr>
        <p:spPr>
          <a:xfrm>
            <a:off x="8193024" y="2075688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muenze3-2-0"/>
          <p:cNvSpPr/>
          <p:nvPr/>
        </p:nvSpPr>
        <p:spPr>
          <a:xfrm>
            <a:off x="8001000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muenze3-2-1"/>
          <p:cNvSpPr/>
          <p:nvPr/>
        </p:nvSpPr>
        <p:spPr>
          <a:xfrm>
            <a:off x="8065008" y="2139696"/>
            <a:ext cx="64008" cy="6400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8" name="muenze3-2-2"/>
          <p:cNvSpPr/>
          <p:nvPr/>
        </p:nvSpPr>
        <p:spPr>
          <a:xfrm>
            <a:off x="8129016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muenze3-2-3"/>
          <p:cNvSpPr/>
          <p:nvPr/>
        </p:nvSpPr>
        <p:spPr>
          <a:xfrm>
            <a:off x="8193024" y="2139696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muenze3-3-1"/>
          <p:cNvSpPr/>
          <p:nvPr/>
        </p:nvSpPr>
        <p:spPr>
          <a:xfrm>
            <a:off x="8065008" y="2203704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1" name="muenze3-3-2"/>
          <p:cNvSpPr/>
          <p:nvPr/>
        </p:nvSpPr>
        <p:spPr>
          <a:xfrm>
            <a:off x="8129016" y="2203704"/>
            <a:ext cx="64008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2" name="held-0-2"/>
          <p:cNvSpPr/>
          <p:nvPr/>
        </p:nvSpPr>
        <p:spPr>
          <a:xfrm>
            <a:off x="6382512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3" name="held-0-3"/>
          <p:cNvSpPr/>
          <p:nvPr/>
        </p:nvSpPr>
        <p:spPr>
          <a:xfrm>
            <a:off x="6464808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4" name="held-0-4"/>
          <p:cNvSpPr/>
          <p:nvPr/>
        </p:nvSpPr>
        <p:spPr>
          <a:xfrm>
            <a:off x="6547104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5" name="held-0-5"/>
          <p:cNvSpPr/>
          <p:nvPr/>
        </p:nvSpPr>
        <p:spPr>
          <a:xfrm>
            <a:off x="6629400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6" name="held-1-1"/>
          <p:cNvSpPr/>
          <p:nvPr/>
        </p:nvSpPr>
        <p:spPr>
          <a:xfrm>
            <a:off x="6300216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7" name="held-1-2"/>
          <p:cNvSpPr/>
          <p:nvPr/>
        </p:nvSpPr>
        <p:spPr>
          <a:xfrm>
            <a:off x="6382512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8" name="held-1-3"/>
          <p:cNvSpPr/>
          <p:nvPr/>
        </p:nvSpPr>
        <p:spPr>
          <a:xfrm>
            <a:off x="6464808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9" name="held-1-4"/>
          <p:cNvSpPr/>
          <p:nvPr/>
        </p:nvSpPr>
        <p:spPr>
          <a:xfrm>
            <a:off x="6547104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0" name="held-1-5"/>
          <p:cNvSpPr/>
          <p:nvPr/>
        </p:nvSpPr>
        <p:spPr>
          <a:xfrm>
            <a:off x="6629400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1" name="held-1-6"/>
          <p:cNvSpPr/>
          <p:nvPr/>
        </p:nvSpPr>
        <p:spPr>
          <a:xfrm>
            <a:off x="6711696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2" name="held-2-1"/>
          <p:cNvSpPr/>
          <p:nvPr/>
        </p:nvSpPr>
        <p:spPr>
          <a:xfrm>
            <a:off x="6300216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3" name="held-2-2"/>
          <p:cNvSpPr/>
          <p:nvPr/>
        </p:nvSpPr>
        <p:spPr>
          <a:xfrm>
            <a:off x="6382512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4" name="held-2-3"/>
          <p:cNvSpPr/>
          <p:nvPr/>
        </p:nvSpPr>
        <p:spPr>
          <a:xfrm>
            <a:off x="6464808" y="3346704"/>
            <a:ext cx="82296" cy="8229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5" name="held-2-4"/>
          <p:cNvSpPr/>
          <p:nvPr/>
        </p:nvSpPr>
        <p:spPr>
          <a:xfrm>
            <a:off x="6547104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6" name="held-2-5"/>
          <p:cNvSpPr/>
          <p:nvPr/>
        </p:nvSpPr>
        <p:spPr>
          <a:xfrm>
            <a:off x="6629400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7" name="held-2-6"/>
          <p:cNvSpPr/>
          <p:nvPr/>
        </p:nvSpPr>
        <p:spPr>
          <a:xfrm>
            <a:off x="6711696" y="3346704"/>
            <a:ext cx="82296" cy="8229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8" name="held-3-1"/>
          <p:cNvSpPr/>
          <p:nvPr/>
        </p:nvSpPr>
        <p:spPr>
          <a:xfrm>
            <a:off x="6300216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held-3-2"/>
          <p:cNvSpPr/>
          <p:nvPr/>
        </p:nvSpPr>
        <p:spPr>
          <a:xfrm>
            <a:off x="6382512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0" name="held-3-3"/>
          <p:cNvSpPr/>
          <p:nvPr/>
        </p:nvSpPr>
        <p:spPr>
          <a:xfrm>
            <a:off x="6464808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1" name="held-3-4"/>
          <p:cNvSpPr/>
          <p:nvPr/>
        </p:nvSpPr>
        <p:spPr>
          <a:xfrm>
            <a:off x="6547104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2" name="held-3-5"/>
          <p:cNvSpPr/>
          <p:nvPr/>
        </p:nvSpPr>
        <p:spPr>
          <a:xfrm>
            <a:off x="6629400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3" name="held-3-6"/>
          <p:cNvSpPr/>
          <p:nvPr/>
        </p:nvSpPr>
        <p:spPr>
          <a:xfrm>
            <a:off x="6711696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4" name="held-4-2"/>
          <p:cNvSpPr/>
          <p:nvPr/>
        </p:nvSpPr>
        <p:spPr>
          <a:xfrm>
            <a:off x="6382512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5" name="held-4-3"/>
          <p:cNvSpPr/>
          <p:nvPr/>
        </p:nvSpPr>
        <p:spPr>
          <a:xfrm>
            <a:off x="6464808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6" name="held-4-4"/>
          <p:cNvSpPr/>
          <p:nvPr/>
        </p:nvSpPr>
        <p:spPr>
          <a:xfrm>
            <a:off x="6547104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7" name="held-4-5"/>
          <p:cNvSpPr/>
          <p:nvPr/>
        </p:nvSpPr>
        <p:spPr>
          <a:xfrm>
            <a:off x="6629400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8" name="held-5-1"/>
          <p:cNvSpPr/>
          <p:nvPr/>
        </p:nvSpPr>
        <p:spPr>
          <a:xfrm>
            <a:off x="6300216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9" name="held-5-2"/>
          <p:cNvSpPr/>
          <p:nvPr/>
        </p:nvSpPr>
        <p:spPr>
          <a:xfrm>
            <a:off x="6382512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0" name="held-5-3"/>
          <p:cNvSpPr/>
          <p:nvPr/>
        </p:nvSpPr>
        <p:spPr>
          <a:xfrm>
            <a:off x="6464808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1" name="held-5-4"/>
          <p:cNvSpPr/>
          <p:nvPr/>
        </p:nvSpPr>
        <p:spPr>
          <a:xfrm>
            <a:off x="6547104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2" name="held-5-5"/>
          <p:cNvSpPr/>
          <p:nvPr/>
        </p:nvSpPr>
        <p:spPr>
          <a:xfrm>
            <a:off x="6629400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3" name="held-5-6"/>
          <p:cNvSpPr/>
          <p:nvPr/>
        </p:nvSpPr>
        <p:spPr>
          <a:xfrm>
            <a:off x="6711696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4" name="held-6-1"/>
          <p:cNvSpPr/>
          <p:nvPr/>
        </p:nvSpPr>
        <p:spPr>
          <a:xfrm>
            <a:off x="6300216" y="3675888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5" name="held-6-3"/>
          <p:cNvSpPr/>
          <p:nvPr/>
        </p:nvSpPr>
        <p:spPr>
          <a:xfrm>
            <a:off x="6464808" y="3675888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6" name="held-6-4"/>
          <p:cNvSpPr/>
          <p:nvPr/>
        </p:nvSpPr>
        <p:spPr>
          <a:xfrm>
            <a:off x="6547104" y="3675888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7" name="held-6-6"/>
          <p:cNvSpPr/>
          <p:nvPr/>
        </p:nvSpPr>
        <p:spPr>
          <a:xfrm>
            <a:off x="6711696" y="3675888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8" name="held-7-2"/>
          <p:cNvSpPr/>
          <p:nvPr/>
        </p:nvSpPr>
        <p:spPr>
          <a:xfrm>
            <a:off x="6382512" y="3758184"/>
            <a:ext cx="82296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9" name="held-7-5"/>
          <p:cNvSpPr/>
          <p:nvPr/>
        </p:nvSpPr>
        <p:spPr>
          <a:xfrm>
            <a:off x="6629400" y="3758184"/>
            <a:ext cx="82296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LEVEL-AUSWAHL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Ablauf der Präsentation</a:t>
            </a:r>
            <a:endParaRPr lang="en-US" sz="3000" dirty="0"/>
          </a:p>
        </p:txBody>
      </p:sp>
      <p:sp>
        <p:nvSpPr>
          <p:cNvPr id="4" name="level-1-1"/>
          <p:cNvSpPr/>
          <p:nvPr/>
        </p:nvSpPr>
        <p:spPr>
          <a:xfrm>
            <a:off x="548640" y="1508760"/>
            <a:ext cx="2468880" cy="118872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Ziel des Praktikums</a:t>
            </a:r>
            <a:endParaRPr lang="en-US" sz="1500" dirty="0"/>
          </a:p>
        </p:txBody>
      </p:sp>
      <p:sp>
        <p:nvSpPr>
          <p:cNvPr id="7" name="level-1-2"/>
          <p:cNvSpPr/>
          <p:nvPr/>
        </p:nvSpPr>
        <p:spPr>
          <a:xfrm>
            <a:off x="3291840" y="1508760"/>
            <a:ext cx="2468880" cy="118872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Was ist ein 2D-Pixel-Platformer?</a:t>
            </a:r>
            <a:endParaRPr lang="en-US" sz="1500" dirty="0"/>
          </a:p>
        </p:txBody>
      </p:sp>
      <p:sp>
        <p:nvSpPr>
          <p:cNvPr id="10" name="level-1-3"/>
          <p:cNvSpPr/>
          <p:nvPr/>
        </p:nvSpPr>
        <p:spPr>
          <a:xfrm>
            <a:off x="6035040" y="1508760"/>
            <a:ext cx="2468880" cy="118872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Arbeitsplatz einrichten</a:t>
            </a:r>
            <a:endParaRPr lang="en-US" sz="1500" dirty="0"/>
          </a:p>
        </p:txBody>
      </p:sp>
      <p:sp>
        <p:nvSpPr>
          <p:cNvPr id="13" name="level-2-1"/>
          <p:cNvSpPr/>
          <p:nvPr/>
        </p:nvSpPr>
        <p:spPr>
          <a:xfrm>
            <a:off x="548640" y="2971800"/>
            <a:ext cx="2468880" cy="118872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Struktur des Spiels</a:t>
            </a:r>
            <a:endParaRPr lang="en-US" sz="1500" dirty="0"/>
          </a:p>
        </p:txBody>
      </p:sp>
      <p:sp>
        <p:nvSpPr>
          <p:cNvPr id="16" name="level-2-2"/>
          <p:cNvSpPr/>
          <p:nvPr/>
        </p:nvSpPr>
        <p:spPr>
          <a:xfrm>
            <a:off x="3291840" y="2971800"/>
            <a:ext cx="2468880" cy="118872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2-2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Spielkomponenten</a:t>
            </a:r>
            <a:endParaRPr lang="en-US" sz="1500" dirty="0"/>
          </a:p>
        </p:txBody>
      </p:sp>
      <p:sp>
        <p:nvSpPr>
          <p:cNvPr id="19" name="level-2-3"/>
          <p:cNvSpPr/>
          <p:nvPr/>
        </p:nvSpPr>
        <p:spPr>
          <a:xfrm>
            <a:off x="6035040" y="2971800"/>
            <a:ext cx="2468880" cy="118872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2-3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Dynamische Features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 1-1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 Ziel des Praktikums</a:t>
            </a:r>
            <a:endParaRPr lang="en-US" sz="3000" dirty="0"/>
          </a:p>
        </p:txBody>
      </p:sp>
      <p:sp>
        <p:nvSpPr>
          <p:cNvPr id="4" name="ziel-karte"/>
          <p:cNvSpPr/>
          <p:nvPr/>
        </p:nvSpPr>
        <p:spPr>
          <a:xfrm>
            <a:off x="548640" y="1554480"/>
            <a:ext cx="8046720" cy="2651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okal-kachel"/>
          <p:cNvSpPr/>
          <p:nvPr/>
        </p:nvSpPr>
        <p:spPr>
          <a:xfrm>
            <a:off x="1005840" y="2148840"/>
            <a:ext cx="1463040" cy="1463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pokal-icon" descr="pok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7709" y="2470709"/>
            <a:ext cx="819302" cy="8193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834640" y="20574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Ein funktionierendes Videospiel programmieren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31546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Genre: 2D-Pixel-Platformer · Engine: Godot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 1-2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 ist ein 2D-Pixel-Platformer?</a:t>
            </a:r>
            <a:endParaRPr lang="en-US" sz="3000" dirty="0"/>
          </a:p>
        </p:txBody>
      </p:sp>
      <p:sp>
        <p:nvSpPr>
          <p:cNvPr id="4" name="def-2D"/>
          <p:cNvSpPr/>
          <p:nvPr/>
        </p:nvSpPr>
        <p:spPr>
          <a:xfrm>
            <a:off x="548640" y="1508760"/>
            <a:ext cx="2468880" cy="28803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2D-kachel"/>
          <p:cNvSpPr/>
          <p:nvPr/>
        </p:nvSpPr>
        <p:spPr>
          <a:xfrm>
            <a:off x="822960" y="1783080"/>
            <a:ext cx="731520" cy="7315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2D-icon" descr="2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194401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Zwei Dimensionen: Bewegung nur nach links, rechts, oben und unten</a:t>
            </a:r>
            <a:endParaRPr lang="en-US" sz="1500" dirty="0"/>
          </a:p>
        </p:txBody>
      </p:sp>
      <p:sp>
        <p:nvSpPr>
          <p:cNvPr id="9" name="def-Pixel"/>
          <p:cNvSpPr/>
          <p:nvPr/>
        </p:nvSpPr>
        <p:spPr>
          <a:xfrm>
            <a:off x="3291840" y="1508760"/>
            <a:ext cx="2468880" cy="28803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ixel-kachel"/>
          <p:cNvSpPr/>
          <p:nvPr/>
        </p:nvSpPr>
        <p:spPr>
          <a:xfrm>
            <a:off x="3566160" y="1783080"/>
            <a:ext cx="731520" cy="7315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ixel-icon" descr="Pix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094" y="194401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66160" y="2697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Pixel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2004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Ein einfaches Design, das aus einzelnen Pixeln aufgebaut ist</a:t>
            </a:r>
            <a:endParaRPr lang="en-US" sz="1500" dirty="0"/>
          </a:p>
        </p:txBody>
      </p:sp>
      <p:sp>
        <p:nvSpPr>
          <p:cNvPr id="14" name="def-Platformer"/>
          <p:cNvSpPr/>
          <p:nvPr/>
        </p:nvSpPr>
        <p:spPr>
          <a:xfrm>
            <a:off x="6035040" y="1508760"/>
            <a:ext cx="2468880" cy="28803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Platformer-kachel"/>
          <p:cNvSpPr/>
          <p:nvPr/>
        </p:nvSpPr>
        <p:spPr>
          <a:xfrm>
            <a:off x="6309360" y="1783080"/>
            <a:ext cx="731520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Platformer-icon" descr="Platfor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294" y="1944014"/>
            <a:ext cx="409651" cy="40965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9360" y="26974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Platformer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6309360" y="32004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Man springt von Plattform zu Plattform, um das Ziel zu erreichen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1 · LEVEL 1-3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Arbeitsplatz einrichten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Bevor es losgeht: Godot und GitHub einrichten</a:t>
            </a:r>
            <a:endParaRPr lang="en-US" sz="1600" dirty="0"/>
          </a:p>
        </p:txBody>
      </p:sp>
      <p:sp>
        <p:nvSpPr>
          <p:cNvPr id="5" name="tool-Godot"/>
          <p:cNvSpPr/>
          <p:nvPr/>
        </p:nvSpPr>
        <p:spPr>
          <a:xfrm>
            <a:off x="548640" y="1783080"/>
            <a:ext cx="3886200" cy="2651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Godot-kachel"/>
          <p:cNvSpPr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Godot-icon" descr="Go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04288"/>
            <a:ext cx="512064" cy="5120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11680" y="2286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Godot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46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Eine Spiel-Engine, mit der man leicht und mit vielen Hilfen ein Videospiel programmieren kann</a:t>
            </a:r>
            <a:endParaRPr lang="en-US" sz="1600" dirty="0"/>
          </a:p>
        </p:txBody>
      </p:sp>
      <p:sp>
        <p:nvSpPr>
          <p:cNvPr id="10" name="tool-GitHub"/>
          <p:cNvSpPr/>
          <p:nvPr/>
        </p:nvSpPr>
        <p:spPr>
          <a:xfrm>
            <a:off x="4709160" y="1783080"/>
            <a:ext cx="3886200" cy="2651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GitHub-kachel"/>
          <p:cNvSpPr/>
          <p:nvPr/>
        </p:nvSpPr>
        <p:spPr>
          <a:xfrm>
            <a:off x="5029200" y="2103120"/>
            <a:ext cx="914400" cy="91440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GitHub-icon" descr="GitH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304288"/>
            <a:ext cx="512064" cy="5120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172200" y="2286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3246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Eine Webseite, auf der man Code speichern und mit anderen teilen kann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2 · LEVEL 2-1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Struktur des Spiels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Ein Spiel besteht aus verschiedenen Szenen, die in einer „Game Scene“ zusammenkommen.</a:t>
            </a:r>
            <a:endParaRPr lang="en-US" sz="1600" dirty="0"/>
          </a:p>
        </p:txBody>
      </p:sp>
      <p:sp>
        <p:nvSpPr>
          <p:cNvPr id="5" name="szene-Spieler"/>
          <p:cNvSpPr/>
          <p:nvPr/>
        </p:nvSpPr>
        <p:spPr>
          <a:xfrm>
            <a:off x="548640" y="1828800"/>
            <a:ext cx="2377440" cy="5029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Spieler.tscn</a:t>
            </a:r>
            <a:endParaRPr lang="en-US" sz="1500" dirty="0"/>
          </a:p>
        </p:txBody>
      </p:sp>
      <p:sp>
        <p:nvSpPr>
          <p:cNvPr id="7" name="pfeil-Spieler"/>
          <p:cNvSpPr/>
          <p:nvPr/>
        </p:nvSpPr>
        <p:spPr>
          <a:xfrm>
            <a:off x="2926080" y="2080260"/>
            <a:ext cx="914400" cy="93726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8" name="szene-Gegner"/>
          <p:cNvSpPr/>
          <p:nvPr/>
        </p:nvSpPr>
        <p:spPr>
          <a:xfrm>
            <a:off x="548640" y="2487168"/>
            <a:ext cx="2377440" cy="5029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871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Gegner.tscn</a:t>
            </a:r>
            <a:endParaRPr lang="en-US" sz="1500" dirty="0"/>
          </a:p>
        </p:txBody>
      </p:sp>
      <p:sp>
        <p:nvSpPr>
          <p:cNvPr id="10" name="pfeil-Gegner"/>
          <p:cNvSpPr/>
          <p:nvPr/>
        </p:nvSpPr>
        <p:spPr>
          <a:xfrm>
            <a:off x="2926080" y="2738628"/>
            <a:ext cx="914400" cy="278892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1" name="szene-Münze"/>
          <p:cNvSpPr/>
          <p:nvPr/>
        </p:nvSpPr>
        <p:spPr>
          <a:xfrm>
            <a:off x="548640" y="3145536"/>
            <a:ext cx="2377440" cy="50292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455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Münze.tscn</a:t>
            </a:r>
            <a:endParaRPr lang="en-US" sz="1500" dirty="0"/>
          </a:p>
        </p:txBody>
      </p:sp>
      <p:sp>
        <p:nvSpPr>
          <p:cNvPr id="13" name="pfeil-Münze"/>
          <p:cNvSpPr/>
          <p:nvPr/>
        </p:nvSpPr>
        <p:spPr>
          <a:xfrm flipV="1">
            <a:off x="2926080" y="3017520"/>
            <a:ext cx="914400" cy="379476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4" name="szene-Plattform"/>
          <p:cNvSpPr/>
          <p:nvPr/>
        </p:nvSpPr>
        <p:spPr>
          <a:xfrm>
            <a:off x="548640" y="3803904"/>
            <a:ext cx="2377440" cy="5029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80390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Plattform.tscn</a:t>
            </a:r>
            <a:endParaRPr lang="en-US" sz="1500" dirty="0"/>
          </a:p>
        </p:txBody>
      </p:sp>
      <p:sp>
        <p:nvSpPr>
          <p:cNvPr id="16" name="pfeil-Plattform"/>
          <p:cNvSpPr/>
          <p:nvPr/>
        </p:nvSpPr>
        <p:spPr>
          <a:xfrm flipV="1">
            <a:off x="2926080" y="3017520"/>
            <a:ext cx="914400" cy="1037844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7" name="gamescene"/>
          <p:cNvSpPr/>
          <p:nvPr/>
        </p:nvSpPr>
        <p:spPr>
          <a:xfrm>
            <a:off x="3840480" y="2377440"/>
            <a:ext cx="2103120" cy="12801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5146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 Scene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das fertige Level</a:t>
            </a:r>
            <a:endParaRPr lang="en-US" sz="1800" dirty="0"/>
          </a:p>
        </p:txBody>
      </p:sp>
      <p:sp>
        <p:nvSpPr>
          <p:cNvPr id="19" name="wiederverwendbar-kachel"/>
          <p:cNvSpPr/>
          <p:nvPr/>
        </p:nvSpPr>
        <p:spPr>
          <a:xfrm>
            <a:off x="6400800" y="1828800"/>
            <a:ext cx="685800" cy="6858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wiederverwendbar-icon" descr="wiederverwend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1676" y="1979676"/>
            <a:ext cx="384048" cy="38404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0080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Wiederverwendbar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31089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Jede Szene wird nur einmal gebaut und kann dann beliebig oft eingesetzt werden – das spart viel Arbeit.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 2-2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Spielkomponenten: Area2D</a:t>
            </a:r>
            <a:endParaRPr lang="en-US" sz="3000" dirty="0"/>
          </a:p>
        </p:txBody>
      </p:sp>
      <p:sp>
        <p:nvSpPr>
          <p:cNvPr id="4" name="area-erklaerung"/>
          <p:cNvSpPr/>
          <p:nvPr/>
        </p:nvSpPr>
        <p:spPr>
          <a:xfrm>
            <a:off x="548640" y="1463040"/>
            <a:ext cx="3931920" cy="29718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 ist eine Area2D?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Ein Bereich, mit dem nichts kollidiert – Godot prüft aber trotzdem, ob etwas den Bereich betritt.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Typischer Einsatz: Münzen einsammeln, Ziel erreichen, Gefahrenzonen</a:t>
            </a:r>
            <a:endParaRPr lang="en-US" sz="1400" dirty="0"/>
          </a:p>
        </p:txBody>
      </p:sp>
      <p:sp>
        <p:nvSpPr>
          <p:cNvPr id="8" name="area-bereich"/>
          <p:cNvSpPr/>
          <p:nvPr/>
        </p:nvSpPr>
        <p:spPr>
          <a:xfrm>
            <a:off x="6035040" y="1600200"/>
            <a:ext cx="2286000" cy="1965960"/>
          </a:xfrm>
          <a:prstGeom prst="rect">
            <a:avLst/>
          </a:prstGeom>
          <a:solidFill>
            <a:schemeClr val="accent2">
              <a:alpha val="15000"/>
            </a:schemeClr>
          </a:solidFill>
          <a:ln w="25400">
            <a:solidFill>
              <a:schemeClr val="accent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126480" y="1664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Area2D</a:t>
            </a:r>
            <a:endParaRPr lang="en-US" sz="1200" dirty="0"/>
          </a:p>
        </p:txBody>
      </p:sp>
      <p:sp>
        <p:nvSpPr>
          <p:cNvPr id="10" name="area-muenze-0-1"/>
          <p:cNvSpPr/>
          <p:nvPr/>
        </p:nvSpPr>
        <p:spPr>
          <a:xfrm>
            <a:off x="7059168" y="2286000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area-muenze-0-2"/>
          <p:cNvSpPr/>
          <p:nvPr/>
        </p:nvSpPr>
        <p:spPr>
          <a:xfrm>
            <a:off x="7168896" y="2286000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area-muenze-1-0"/>
          <p:cNvSpPr/>
          <p:nvPr/>
        </p:nvSpPr>
        <p:spPr>
          <a:xfrm>
            <a:off x="6949440" y="2395728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area-muenze-1-1"/>
          <p:cNvSpPr/>
          <p:nvPr/>
        </p:nvSpPr>
        <p:spPr>
          <a:xfrm>
            <a:off x="7059168" y="2395728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area-muenze-1-2"/>
          <p:cNvSpPr/>
          <p:nvPr/>
        </p:nvSpPr>
        <p:spPr>
          <a:xfrm>
            <a:off x="7168896" y="2395728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area-muenze-1-3"/>
          <p:cNvSpPr/>
          <p:nvPr/>
        </p:nvSpPr>
        <p:spPr>
          <a:xfrm>
            <a:off x="7278624" y="2395728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area-muenze-2-0"/>
          <p:cNvSpPr/>
          <p:nvPr/>
        </p:nvSpPr>
        <p:spPr>
          <a:xfrm>
            <a:off x="6949440" y="2505456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area-muenze-2-1"/>
          <p:cNvSpPr/>
          <p:nvPr/>
        </p:nvSpPr>
        <p:spPr>
          <a:xfrm>
            <a:off x="7059168" y="2505456"/>
            <a:ext cx="109728" cy="10972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area-muenze-2-2"/>
          <p:cNvSpPr/>
          <p:nvPr/>
        </p:nvSpPr>
        <p:spPr>
          <a:xfrm>
            <a:off x="7168896" y="2505456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area-muenze-2-3"/>
          <p:cNvSpPr/>
          <p:nvPr/>
        </p:nvSpPr>
        <p:spPr>
          <a:xfrm>
            <a:off x="7278624" y="2505456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area-muenze-3-1"/>
          <p:cNvSpPr/>
          <p:nvPr/>
        </p:nvSpPr>
        <p:spPr>
          <a:xfrm>
            <a:off x="7059168" y="2615184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area-muenze-3-2"/>
          <p:cNvSpPr/>
          <p:nvPr/>
        </p:nvSpPr>
        <p:spPr>
          <a:xfrm>
            <a:off x="7168896" y="2615184"/>
            <a:ext cx="109728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area-held-0-2"/>
          <p:cNvSpPr/>
          <p:nvPr/>
        </p:nvSpPr>
        <p:spPr>
          <a:xfrm>
            <a:off x="5239512" y="290779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area-held-0-3"/>
          <p:cNvSpPr/>
          <p:nvPr/>
        </p:nvSpPr>
        <p:spPr>
          <a:xfrm>
            <a:off x="5321808" y="290779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area-held-0-4"/>
          <p:cNvSpPr/>
          <p:nvPr/>
        </p:nvSpPr>
        <p:spPr>
          <a:xfrm>
            <a:off x="5404104" y="290779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area-held-0-5"/>
          <p:cNvSpPr/>
          <p:nvPr/>
        </p:nvSpPr>
        <p:spPr>
          <a:xfrm>
            <a:off x="5486400" y="290779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area-held-1-1"/>
          <p:cNvSpPr/>
          <p:nvPr/>
        </p:nvSpPr>
        <p:spPr>
          <a:xfrm>
            <a:off x="5157216" y="299008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area-held-1-2"/>
          <p:cNvSpPr/>
          <p:nvPr/>
        </p:nvSpPr>
        <p:spPr>
          <a:xfrm>
            <a:off x="5239512" y="299008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area-held-1-3"/>
          <p:cNvSpPr/>
          <p:nvPr/>
        </p:nvSpPr>
        <p:spPr>
          <a:xfrm>
            <a:off x="5321808" y="299008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area-held-1-4"/>
          <p:cNvSpPr/>
          <p:nvPr/>
        </p:nvSpPr>
        <p:spPr>
          <a:xfrm>
            <a:off x="5404104" y="299008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area-held-1-5"/>
          <p:cNvSpPr/>
          <p:nvPr/>
        </p:nvSpPr>
        <p:spPr>
          <a:xfrm>
            <a:off x="5486400" y="299008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area-held-1-6"/>
          <p:cNvSpPr/>
          <p:nvPr/>
        </p:nvSpPr>
        <p:spPr>
          <a:xfrm>
            <a:off x="5568696" y="299008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area-held-2-1"/>
          <p:cNvSpPr/>
          <p:nvPr/>
        </p:nvSpPr>
        <p:spPr>
          <a:xfrm>
            <a:off x="5157216" y="307238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area-held-2-2"/>
          <p:cNvSpPr/>
          <p:nvPr/>
        </p:nvSpPr>
        <p:spPr>
          <a:xfrm>
            <a:off x="5239512" y="307238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area-held-2-3"/>
          <p:cNvSpPr/>
          <p:nvPr/>
        </p:nvSpPr>
        <p:spPr>
          <a:xfrm>
            <a:off x="5321808" y="3072384"/>
            <a:ext cx="82296" cy="8229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area-held-2-4"/>
          <p:cNvSpPr/>
          <p:nvPr/>
        </p:nvSpPr>
        <p:spPr>
          <a:xfrm>
            <a:off x="5404104" y="307238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area-held-2-5"/>
          <p:cNvSpPr/>
          <p:nvPr/>
        </p:nvSpPr>
        <p:spPr>
          <a:xfrm>
            <a:off x="5486400" y="307238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area-held-2-6"/>
          <p:cNvSpPr/>
          <p:nvPr/>
        </p:nvSpPr>
        <p:spPr>
          <a:xfrm>
            <a:off x="5568696" y="3072384"/>
            <a:ext cx="82296" cy="8229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8" name="area-held-3-1"/>
          <p:cNvSpPr/>
          <p:nvPr/>
        </p:nvSpPr>
        <p:spPr>
          <a:xfrm>
            <a:off x="5157216" y="315468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9" name="area-held-3-2"/>
          <p:cNvSpPr/>
          <p:nvPr/>
        </p:nvSpPr>
        <p:spPr>
          <a:xfrm>
            <a:off x="5239512" y="315468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0" name="area-held-3-3"/>
          <p:cNvSpPr/>
          <p:nvPr/>
        </p:nvSpPr>
        <p:spPr>
          <a:xfrm>
            <a:off x="5321808" y="315468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1" name="area-held-3-4"/>
          <p:cNvSpPr/>
          <p:nvPr/>
        </p:nvSpPr>
        <p:spPr>
          <a:xfrm>
            <a:off x="5404104" y="315468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2" name="area-held-3-5"/>
          <p:cNvSpPr/>
          <p:nvPr/>
        </p:nvSpPr>
        <p:spPr>
          <a:xfrm>
            <a:off x="5486400" y="315468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3" name="area-held-3-6"/>
          <p:cNvSpPr/>
          <p:nvPr/>
        </p:nvSpPr>
        <p:spPr>
          <a:xfrm>
            <a:off x="5568696" y="315468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4" name="area-held-4-2"/>
          <p:cNvSpPr/>
          <p:nvPr/>
        </p:nvSpPr>
        <p:spPr>
          <a:xfrm>
            <a:off x="5239512" y="323697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area-held-4-3"/>
          <p:cNvSpPr/>
          <p:nvPr/>
        </p:nvSpPr>
        <p:spPr>
          <a:xfrm>
            <a:off x="5321808" y="323697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6" name="area-held-4-4"/>
          <p:cNvSpPr/>
          <p:nvPr/>
        </p:nvSpPr>
        <p:spPr>
          <a:xfrm>
            <a:off x="5404104" y="323697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7" name="area-held-4-5"/>
          <p:cNvSpPr/>
          <p:nvPr/>
        </p:nvSpPr>
        <p:spPr>
          <a:xfrm>
            <a:off x="5486400" y="323697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8" name="area-held-5-1"/>
          <p:cNvSpPr/>
          <p:nvPr/>
        </p:nvSpPr>
        <p:spPr>
          <a:xfrm>
            <a:off x="5157216" y="331927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9" name="area-held-5-2"/>
          <p:cNvSpPr/>
          <p:nvPr/>
        </p:nvSpPr>
        <p:spPr>
          <a:xfrm>
            <a:off x="5239512" y="331927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0" name="area-held-5-3"/>
          <p:cNvSpPr/>
          <p:nvPr/>
        </p:nvSpPr>
        <p:spPr>
          <a:xfrm>
            <a:off x="5321808" y="331927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1" name="area-held-5-4"/>
          <p:cNvSpPr/>
          <p:nvPr/>
        </p:nvSpPr>
        <p:spPr>
          <a:xfrm>
            <a:off x="5404104" y="331927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2" name="area-held-5-5"/>
          <p:cNvSpPr/>
          <p:nvPr/>
        </p:nvSpPr>
        <p:spPr>
          <a:xfrm>
            <a:off x="5486400" y="331927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3" name="area-held-5-6"/>
          <p:cNvSpPr/>
          <p:nvPr/>
        </p:nvSpPr>
        <p:spPr>
          <a:xfrm>
            <a:off x="5568696" y="331927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4" name="area-held-6-1"/>
          <p:cNvSpPr/>
          <p:nvPr/>
        </p:nvSpPr>
        <p:spPr>
          <a:xfrm>
            <a:off x="5157216" y="3401568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5" name="area-held-6-3"/>
          <p:cNvSpPr/>
          <p:nvPr/>
        </p:nvSpPr>
        <p:spPr>
          <a:xfrm>
            <a:off x="5321808" y="3401568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6" name="area-held-6-4"/>
          <p:cNvSpPr/>
          <p:nvPr/>
        </p:nvSpPr>
        <p:spPr>
          <a:xfrm>
            <a:off x="5404104" y="3401568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7" name="area-held-6-6"/>
          <p:cNvSpPr/>
          <p:nvPr/>
        </p:nvSpPr>
        <p:spPr>
          <a:xfrm>
            <a:off x="5568696" y="3401568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8" name="area-held-7-2"/>
          <p:cNvSpPr/>
          <p:nvPr/>
        </p:nvSpPr>
        <p:spPr>
          <a:xfrm>
            <a:off x="5239512" y="3483864"/>
            <a:ext cx="82296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9" name="area-held-7-5"/>
          <p:cNvSpPr/>
          <p:nvPr/>
        </p:nvSpPr>
        <p:spPr>
          <a:xfrm>
            <a:off x="5486400" y="3483864"/>
            <a:ext cx="82296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0" name="area-pfeil"/>
          <p:cNvSpPr/>
          <p:nvPr/>
        </p:nvSpPr>
        <p:spPr>
          <a:xfrm>
            <a:off x="5806440" y="3200400"/>
            <a:ext cx="502920" cy="0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  <a:tailEnd type="triangle"/>
          </a:ln>
        </p:spPr>
      </p:sp>
      <p:sp>
        <p:nvSpPr>
          <p:cNvPr id="61" name="gras-0"/>
          <p:cNvSpPr/>
          <p:nvPr/>
        </p:nvSpPr>
        <p:spPr>
          <a:xfrm>
            <a:off x="4937760" y="356616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2" name="erde-0"/>
          <p:cNvSpPr/>
          <p:nvPr/>
        </p:nvSpPr>
        <p:spPr>
          <a:xfrm>
            <a:off x="4937760" y="375818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3" name="gras-1"/>
          <p:cNvSpPr/>
          <p:nvPr/>
        </p:nvSpPr>
        <p:spPr>
          <a:xfrm>
            <a:off x="5486400" y="356616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4" name="erde-1"/>
          <p:cNvSpPr/>
          <p:nvPr/>
        </p:nvSpPr>
        <p:spPr>
          <a:xfrm>
            <a:off x="5486400" y="375818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5" name="gras-2"/>
          <p:cNvSpPr/>
          <p:nvPr/>
        </p:nvSpPr>
        <p:spPr>
          <a:xfrm>
            <a:off x="6035040" y="356616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6" name="erde-2"/>
          <p:cNvSpPr/>
          <p:nvPr/>
        </p:nvSpPr>
        <p:spPr>
          <a:xfrm>
            <a:off x="6035040" y="375818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7" name="gras-3"/>
          <p:cNvSpPr/>
          <p:nvPr/>
        </p:nvSpPr>
        <p:spPr>
          <a:xfrm>
            <a:off x="6583680" y="356616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8" name="erde-3"/>
          <p:cNvSpPr/>
          <p:nvPr/>
        </p:nvSpPr>
        <p:spPr>
          <a:xfrm>
            <a:off x="6583680" y="375818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9" name="gras-4"/>
          <p:cNvSpPr/>
          <p:nvPr/>
        </p:nvSpPr>
        <p:spPr>
          <a:xfrm>
            <a:off x="7132320" y="356616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0" name="erde-4"/>
          <p:cNvSpPr/>
          <p:nvPr/>
        </p:nvSpPr>
        <p:spPr>
          <a:xfrm>
            <a:off x="7132320" y="375818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1" name="gras-5"/>
          <p:cNvSpPr/>
          <p:nvPr/>
        </p:nvSpPr>
        <p:spPr>
          <a:xfrm>
            <a:off x="7680960" y="356616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2" name="erde-5"/>
          <p:cNvSpPr/>
          <p:nvPr/>
        </p:nvSpPr>
        <p:spPr>
          <a:xfrm>
            <a:off x="7680960" y="375818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93776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Spieler betritt den Bereich → Münze wird eingesammelt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 2-3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Dynamische Features</a:t>
            </a:r>
            <a:endParaRPr lang="en-US" sz="3000" dirty="0"/>
          </a:p>
        </p:txBody>
      </p:sp>
      <p:sp>
        <p:nvSpPr>
          <p:cNvPr id="4" name="feature-Sounds"/>
          <p:cNvSpPr/>
          <p:nvPr/>
        </p:nvSpPr>
        <p:spPr>
          <a:xfrm>
            <a:off x="548640" y="1463040"/>
            <a:ext cx="3886200" cy="12344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ounds-kachel"/>
          <p:cNvSpPr/>
          <p:nvPr/>
        </p:nvSpPr>
        <p:spPr>
          <a:xfrm>
            <a:off x="822960" y="1737360"/>
            <a:ext cx="685800" cy="68580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Sounds-icon" descr="Sou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8882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1907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Sounds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1214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Geräusche und Musik hinzufügen</a:t>
            </a:r>
            <a:endParaRPr lang="en-US" sz="1500" dirty="0"/>
          </a:p>
        </p:txBody>
      </p:sp>
      <p:sp>
        <p:nvSpPr>
          <p:cNvPr id="9" name="feature-Level-Design"/>
          <p:cNvSpPr/>
          <p:nvPr/>
        </p:nvSpPr>
        <p:spPr>
          <a:xfrm>
            <a:off x="4709160" y="1463040"/>
            <a:ext cx="3886200" cy="12344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Level-Design-kachel"/>
          <p:cNvSpPr/>
          <p:nvPr/>
        </p:nvSpPr>
        <p:spPr>
          <a:xfrm>
            <a:off x="4983480" y="1737360"/>
            <a:ext cx="685800" cy="6858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Level-Design-icon" descr="Level-Des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56" y="188823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97880" y="171907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Level-Design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897880" y="21214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Level bauen und dekorieren</a:t>
            </a:r>
            <a:endParaRPr lang="en-US" sz="1500" dirty="0"/>
          </a:p>
        </p:txBody>
      </p:sp>
      <p:sp>
        <p:nvSpPr>
          <p:cNvPr id="14" name="feature-Labels"/>
          <p:cNvSpPr/>
          <p:nvPr/>
        </p:nvSpPr>
        <p:spPr>
          <a:xfrm>
            <a:off x="548640" y="2971800"/>
            <a:ext cx="3886200" cy="12344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Labels-kachel"/>
          <p:cNvSpPr/>
          <p:nvPr/>
        </p:nvSpPr>
        <p:spPr>
          <a:xfrm>
            <a:off x="822960" y="3246120"/>
            <a:ext cx="685800" cy="6858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Labels-icon" descr="Label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339699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322783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36301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Texte im Spiel anzeigen</a:t>
            </a:r>
            <a:endParaRPr lang="en-US" sz="1500" dirty="0"/>
          </a:p>
        </p:txBody>
      </p:sp>
      <p:sp>
        <p:nvSpPr>
          <p:cNvPr id="19" name="feature-Animationen"/>
          <p:cNvSpPr/>
          <p:nvPr/>
        </p:nvSpPr>
        <p:spPr>
          <a:xfrm>
            <a:off x="4709160" y="2971800"/>
            <a:ext cx="3886200" cy="12344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Animationen-kachel"/>
          <p:cNvSpPr/>
          <p:nvPr/>
        </p:nvSpPr>
        <p:spPr>
          <a:xfrm>
            <a:off x="4983480" y="3246120"/>
            <a:ext cx="685800" cy="6858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Animationen-icon" descr="Animation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4356" y="339699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897880" y="322783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Animationen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5897880" y="36301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Bewegungen anpassen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 COMPLETE ★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Danke fürs Zuhören!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Gibt es Fragen?</a:t>
            </a:r>
            <a:endParaRPr lang="en-US" sz="1800" dirty="0"/>
          </a:p>
        </p:txBody>
      </p:sp>
      <p:sp>
        <p:nvSpPr>
          <p:cNvPr id="5" name="stern-0"/>
          <p:cNvSpPr/>
          <p:nvPr/>
        </p:nvSpPr>
        <p:spPr>
          <a:xfrm>
            <a:off x="5852160" y="54864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tern-1"/>
          <p:cNvSpPr/>
          <p:nvPr/>
        </p:nvSpPr>
        <p:spPr>
          <a:xfrm>
            <a:off x="6858000" y="91440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ern-2"/>
          <p:cNvSpPr/>
          <p:nvPr/>
        </p:nvSpPr>
        <p:spPr>
          <a:xfrm>
            <a:off x="8046720" y="45720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ern-3"/>
          <p:cNvSpPr/>
          <p:nvPr/>
        </p:nvSpPr>
        <p:spPr>
          <a:xfrm>
            <a:off x="8595360" y="146304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rn-4"/>
          <p:cNvSpPr/>
          <p:nvPr/>
        </p:nvSpPr>
        <p:spPr>
          <a:xfrm>
            <a:off x="6400800" y="1737360"/>
            <a:ext cx="54864" cy="548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gras-0"/>
          <p:cNvSpPr/>
          <p:nvPr/>
        </p:nvSpPr>
        <p:spPr>
          <a:xfrm>
            <a:off x="576072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erde-0"/>
          <p:cNvSpPr/>
          <p:nvPr/>
        </p:nvSpPr>
        <p:spPr>
          <a:xfrm>
            <a:off x="576072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gras-1"/>
          <p:cNvSpPr/>
          <p:nvPr/>
        </p:nvSpPr>
        <p:spPr>
          <a:xfrm>
            <a:off x="630936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erde-1"/>
          <p:cNvSpPr/>
          <p:nvPr/>
        </p:nvSpPr>
        <p:spPr>
          <a:xfrm>
            <a:off x="630936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gras-2"/>
          <p:cNvSpPr/>
          <p:nvPr/>
        </p:nvSpPr>
        <p:spPr>
          <a:xfrm>
            <a:off x="685800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erde-2"/>
          <p:cNvSpPr/>
          <p:nvPr/>
        </p:nvSpPr>
        <p:spPr>
          <a:xfrm>
            <a:off x="685800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gras-3"/>
          <p:cNvSpPr/>
          <p:nvPr/>
        </p:nvSpPr>
        <p:spPr>
          <a:xfrm>
            <a:off x="740664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erde-3"/>
          <p:cNvSpPr/>
          <p:nvPr/>
        </p:nvSpPr>
        <p:spPr>
          <a:xfrm>
            <a:off x="740664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gras-4"/>
          <p:cNvSpPr/>
          <p:nvPr/>
        </p:nvSpPr>
        <p:spPr>
          <a:xfrm>
            <a:off x="795528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erde-4"/>
          <p:cNvSpPr/>
          <p:nvPr/>
        </p:nvSpPr>
        <p:spPr>
          <a:xfrm>
            <a:off x="795528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gras-5"/>
          <p:cNvSpPr/>
          <p:nvPr/>
        </p:nvSpPr>
        <p:spPr>
          <a:xfrm>
            <a:off x="8503920" y="3840480"/>
            <a:ext cx="548640" cy="1920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rde-5"/>
          <p:cNvSpPr/>
          <p:nvPr/>
        </p:nvSpPr>
        <p:spPr>
          <a:xfrm>
            <a:off x="8503920" y="4032504"/>
            <a:ext cx="548640" cy="548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fahnenstange"/>
          <p:cNvSpPr/>
          <p:nvPr/>
        </p:nvSpPr>
        <p:spPr>
          <a:xfrm>
            <a:off x="7863840" y="1920240"/>
            <a:ext cx="73152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fahne"/>
          <p:cNvSpPr/>
          <p:nvPr/>
        </p:nvSpPr>
        <p:spPr>
          <a:xfrm>
            <a:off x="7936992" y="1920240"/>
            <a:ext cx="548640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held-ende-0-2"/>
          <p:cNvSpPr/>
          <p:nvPr/>
        </p:nvSpPr>
        <p:spPr>
          <a:xfrm>
            <a:off x="6839712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held-ende-0-3"/>
          <p:cNvSpPr/>
          <p:nvPr/>
        </p:nvSpPr>
        <p:spPr>
          <a:xfrm>
            <a:off x="6922008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held-ende-0-4"/>
          <p:cNvSpPr/>
          <p:nvPr/>
        </p:nvSpPr>
        <p:spPr>
          <a:xfrm>
            <a:off x="7004304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held-ende-0-5"/>
          <p:cNvSpPr/>
          <p:nvPr/>
        </p:nvSpPr>
        <p:spPr>
          <a:xfrm>
            <a:off x="7086600" y="3182112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held-ende-1-1"/>
          <p:cNvSpPr/>
          <p:nvPr/>
        </p:nvSpPr>
        <p:spPr>
          <a:xfrm>
            <a:off x="6757416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held-ende-1-2"/>
          <p:cNvSpPr/>
          <p:nvPr/>
        </p:nvSpPr>
        <p:spPr>
          <a:xfrm>
            <a:off x="6839712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held-ende-1-3"/>
          <p:cNvSpPr/>
          <p:nvPr/>
        </p:nvSpPr>
        <p:spPr>
          <a:xfrm>
            <a:off x="6922008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held-ende-1-4"/>
          <p:cNvSpPr/>
          <p:nvPr/>
        </p:nvSpPr>
        <p:spPr>
          <a:xfrm>
            <a:off x="7004304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held-ende-1-5"/>
          <p:cNvSpPr/>
          <p:nvPr/>
        </p:nvSpPr>
        <p:spPr>
          <a:xfrm>
            <a:off x="7086600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held-ende-1-6"/>
          <p:cNvSpPr/>
          <p:nvPr/>
        </p:nvSpPr>
        <p:spPr>
          <a:xfrm>
            <a:off x="7168896" y="3264408"/>
            <a:ext cx="82296" cy="82296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held-ende-2-1"/>
          <p:cNvSpPr/>
          <p:nvPr/>
        </p:nvSpPr>
        <p:spPr>
          <a:xfrm>
            <a:off x="6757416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5" name="held-ende-2-2"/>
          <p:cNvSpPr/>
          <p:nvPr/>
        </p:nvSpPr>
        <p:spPr>
          <a:xfrm>
            <a:off x="6839712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held-ende-2-3"/>
          <p:cNvSpPr/>
          <p:nvPr/>
        </p:nvSpPr>
        <p:spPr>
          <a:xfrm>
            <a:off x="6922008" y="3346704"/>
            <a:ext cx="82296" cy="8229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7" name="held-ende-2-4"/>
          <p:cNvSpPr/>
          <p:nvPr/>
        </p:nvSpPr>
        <p:spPr>
          <a:xfrm>
            <a:off x="7004304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held-ende-2-5"/>
          <p:cNvSpPr/>
          <p:nvPr/>
        </p:nvSpPr>
        <p:spPr>
          <a:xfrm>
            <a:off x="7086600" y="3346704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9" name="held-ende-2-6"/>
          <p:cNvSpPr/>
          <p:nvPr/>
        </p:nvSpPr>
        <p:spPr>
          <a:xfrm>
            <a:off x="7168896" y="3346704"/>
            <a:ext cx="82296" cy="82296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held-ende-3-1"/>
          <p:cNvSpPr/>
          <p:nvPr/>
        </p:nvSpPr>
        <p:spPr>
          <a:xfrm>
            <a:off x="6757416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1" name="held-ende-3-2"/>
          <p:cNvSpPr/>
          <p:nvPr/>
        </p:nvSpPr>
        <p:spPr>
          <a:xfrm>
            <a:off x="6839712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2" name="held-ende-3-3"/>
          <p:cNvSpPr/>
          <p:nvPr/>
        </p:nvSpPr>
        <p:spPr>
          <a:xfrm>
            <a:off x="6922008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3" name="held-ende-3-4"/>
          <p:cNvSpPr/>
          <p:nvPr/>
        </p:nvSpPr>
        <p:spPr>
          <a:xfrm>
            <a:off x="7004304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4" name="held-ende-3-5"/>
          <p:cNvSpPr/>
          <p:nvPr/>
        </p:nvSpPr>
        <p:spPr>
          <a:xfrm>
            <a:off x="7086600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5" name="held-ende-3-6"/>
          <p:cNvSpPr/>
          <p:nvPr/>
        </p:nvSpPr>
        <p:spPr>
          <a:xfrm>
            <a:off x="7168896" y="3429000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6" name="held-ende-4-2"/>
          <p:cNvSpPr/>
          <p:nvPr/>
        </p:nvSpPr>
        <p:spPr>
          <a:xfrm>
            <a:off x="6839712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7" name="held-ende-4-3"/>
          <p:cNvSpPr/>
          <p:nvPr/>
        </p:nvSpPr>
        <p:spPr>
          <a:xfrm>
            <a:off x="6922008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8" name="held-ende-4-4"/>
          <p:cNvSpPr/>
          <p:nvPr/>
        </p:nvSpPr>
        <p:spPr>
          <a:xfrm>
            <a:off x="7004304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9" name="held-ende-4-5"/>
          <p:cNvSpPr/>
          <p:nvPr/>
        </p:nvSpPr>
        <p:spPr>
          <a:xfrm>
            <a:off x="7086600" y="3511296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0" name="held-ende-5-1"/>
          <p:cNvSpPr/>
          <p:nvPr/>
        </p:nvSpPr>
        <p:spPr>
          <a:xfrm>
            <a:off x="6757416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1" name="held-ende-5-2"/>
          <p:cNvSpPr/>
          <p:nvPr/>
        </p:nvSpPr>
        <p:spPr>
          <a:xfrm>
            <a:off x="6839712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2" name="held-ende-5-3"/>
          <p:cNvSpPr/>
          <p:nvPr/>
        </p:nvSpPr>
        <p:spPr>
          <a:xfrm>
            <a:off x="6922008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3" name="held-ende-5-4"/>
          <p:cNvSpPr/>
          <p:nvPr/>
        </p:nvSpPr>
        <p:spPr>
          <a:xfrm>
            <a:off x="7004304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4" name="held-ende-5-5"/>
          <p:cNvSpPr/>
          <p:nvPr/>
        </p:nvSpPr>
        <p:spPr>
          <a:xfrm>
            <a:off x="7086600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5" name="held-ende-5-6"/>
          <p:cNvSpPr/>
          <p:nvPr/>
        </p:nvSpPr>
        <p:spPr>
          <a:xfrm>
            <a:off x="7168896" y="3593592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6" name="held-ende-6-1"/>
          <p:cNvSpPr/>
          <p:nvPr/>
        </p:nvSpPr>
        <p:spPr>
          <a:xfrm>
            <a:off x="6757416" y="3675888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7" name="held-ende-6-3"/>
          <p:cNvSpPr/>
          <p:nvPr/>
        </p:nvSpPr>
        <p:spPr>
          <a:xfrm>
            <a:off x="6922008" y="3675888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8" name="held-ende-6-4"/>
          <p:cNvSpPr/>
          <p:nvPr/>
        </p:nvSpPr>
        <p:spPr>
          <a:xfrm>
            <a:off x="7004304" y="3675888"/>
            <a:ext cx="82296" cy="822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9" name="held-ende-6-6"/>
          <p:cNvSpPr/>
          <p:nvPr/>
        </p:nvSpPr>
        <p:spPr>
          <a:xfrm>
            <a:off x="7168896" y="3675888"/>
            <a:ext cx="82296" cy="822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0" name="held-ende-7-2"/>
          <p:cNvSpPr/>
          <p:nvPr/>
        </p:nvSpPr>
        <p:spPr>
          <a:xfrm>
            <a:off x="6839712" y="3758184"/>
            <a:ext cx="82296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1" name="held-ende-7-5"/>
          <p:cNvSpPr/>
          <p:nvPr/>
        </p:nvSpPr>
        <p:spPr>
          <a:xfrm>
            <a:off x="7086600" y="3758184"/>
            <a:ext cx="82296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Pixel Night">
  <a:themeElements>
    <a:clrScheme name="Pixel Night">
      <a:dk1>
        <a:srgbClr val="1A1838"/>
      </a:dk1>
      <a:lt1>
        <a:srgbClr val="FFFFFF"/>
      </a:lt1>
      <a:dk2>
        <a:srgbClr val="29275A"/>
      </a:dk2>
      <a:lt2>
        <a:srgbClr val="B9B6E6"/>
      </a:lt2>
      <a:accent1>
        <a:srgbClr val="5CCB5F"/>
      </a:accent1>
      <a:accent2>
        <a:srgbClr val="F6C945"/>
      </a:accent2>
      <a:accent3>
        <a:srgbClr val="E8505B"/>
      </a:accent3>
      <a:accent4>
        <a:srgbClr val="6FB7FF"/>
      </a:accent4>
      <a:accent5>
        <a:srgbClr val="8A5A3C"/>
      </a:accent5>
      <a:accent6>
        <a:srgbClr val="9B6BFF"/>
      </a:accent6>
      <a:hlink>
        <a:srgbClr val="6FB7FF"/>
      </a:hlink>
      <a:folHlink>
        <a:srgbClr val="B9B6E6"/>
      </a:folHlink>
    </a:clrScheme>
    <a:fontScheme name="Pixel Night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Godot 2D Platformer Game</dc:title>
  <dc:subject>PptxGenJS Presentation</dc:subject>
  <dc:creator>Vincent Brandstäter</dc:creator>
  <cp:lastModifiedBy>Vincent Brandstäter</cp:lastModifiedBy>
  <cp:revision>1</cp:revision>
  <dcterms:created xsi:type="dcterms:W3CDTF">2026-10-26T12:22:12Z</dcterms:created>
  <dcterms:modified xsi:type="dcterms:W3CDTF">2026-10-26T12:22:12Z</dcterms:modified>
</cp:coreProperties>
</file>