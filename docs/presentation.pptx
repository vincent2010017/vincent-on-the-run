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A06805-1FCA-4630-8F04-0D0544CEA0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A46E86-399F-489F-8ECD-BF2D14BC97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F5BE99D-F492-474F-AFC7-96490CC4AB6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Godot 2D Platformer Game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BOGY Praktikum Vincent Brandstäter bei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Monkeys in Town d.o.o.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Plan (vorübergehend)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1008360" y="20574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Ziel des praktikums (ein viedeo spiel)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Was ist ein 2D pixel Game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Arbeitsplatz einrichten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Struktur des spiels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Spielkomponenten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Dynanmischen features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spcBef>
                <a:spcPts val="1417"/>
              </a:spcBef>
              <a:buNone/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Was war das Ziel des Praktikums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Ein funktionierendes viedeospiel zu programieren (2D pixel platformer)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Was ist ein 2D pixel platformer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2D = zwei dimensionen (nur links,rechts,oben und unten)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Pixel = ein simples design aus pixeln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Platformer = Ein spiel bei dem man von platform zu platform kommen muss um zum ziel zu gelangen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Schritt 1.</a:t>
            </a:r>
            <a:br>
              <a:rPr sz="4400"/>
            </a:b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Arbeitsplatz einrichten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Godot + Github einrichten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spcBef>
                <a:spcPts val="1417"/>
              </a:spcBef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godot = eine platform auf der man leicht und mit hilfen ein viedeospiel programieren kann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spcBef>
                <a:spcPts val="1417"/>
              </a:spcBef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Github = eine webside auf der man codes mit anderen teilen kann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Schritt 2.</a:t>
            </a:r>
            <a:br>
              <a:rPr sz="4400"/>
            </a:b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Spiel Struktur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Ein spiel besteht aus verschiedenen szenen die in einer “gamescene” zusammenkommen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spcBef>
                <a:spcPts val="1417"/>
              </a:spcBef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die szenen sind wiederverwendbar und somit sehr praktisch (man muss fast alles nur einmal machen 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Spielkomponenten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Area2D = ein bereich mit dem nichts colidiert aber trotzdem geguckt wird ob etwas den bereich betritt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spcBef>
                <a:spcPts val="1417"/>
              </a:spcBef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Dynamischen features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Sounds hinzufügen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Level bauen und dekorieren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Labels schreiben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Animationen anpassenn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LibreOffice/26.2.6.3$Linux_X86_64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2026-10-23T09:50:25Z</dcterms:created>
  <dc:creator/>
  <dc:description/>
  <dc:language>en-US</dc:language>
  <cp:lastModifiedBy/>
  <dcterms:modified xsi:type="dcterms:W3CDTF">2026-10-26T13:02:55Z</dcterms:modified>
  <cp:revision>1</cp:revision>
  <dc:subject/>
  <dc:title/>
</cp:coreProperties>
</file>